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History of Mughal Empire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Sahayak.AI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Mughal Empire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Founded by Babur in 1526</a:t>
            </a:r>
          </a:p>
          <a:p>
            <a:pPr/>
            <a:r>
              <a:t>Originated from Central Asia</a:t>
            </a:r>
          </a:p>
          <a:p>
            <a:pPr/>
            <a:r>
              <a:t>Lasted for over 300 years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Rise of the Mughal Empire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Expansion under Akbar (1556-1605)</a:t>
            </a:r>
          </a:p>
          <a:p>
            <a:pPr/>
            <a:r>
              <a:t>Conquests of Humayun and Jahangir</a:t>
            </a:r>
          </a:p>
          <a:p>
            <a:pPr/>
            <a:r>
              <a:t>Establishment of a strong administrative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Golden Age of the Mughal Empire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Shah Jahan's reign (1628-1658) and architectural achievements</a:t>
            </a:r>
          </a:p>
          <a:p>
            <a:pPr/>
            <a:r>
              <a:t>Cultural and economic advancements</a:t>
            </a:r>
          </a:p>
          <a:p>
            <a:pPr/>
            <a:r>
              <a:t>Development of art, literature, and science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Decline of the Mughal Empire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Aurangzeb's reign (1658-1707) and its impact</a:t>
            </a:r>
          </a:p>
          <a:p>
            <a:pPr/>
            <a:r>
              <a:t>Internal conflicts and external invasions</a:t>
            </a:r>
          </a:p>
          <a:p>
            <a:pPr/>
            <a:r>
              <a:t>British East India Company's influence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Legacy of the Mughal Empire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Lasting impact on Indian culture, architecture, and cuisine</a:t>
            </a:r>
          </a:p>
          <a:p>
            <a:pPr/>
            <a:r>
              <a:t>Influence on modern-day India and Pakistan</a:t>
            </a:r>
          </a:p>
          <a:p>
            <a:pPr/>
            <a:r>
              <a:t>Preservation of Mughal heritage sites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