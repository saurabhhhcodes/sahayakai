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History of Mughal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Sahayak.AI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 Founded by Babur in 1526</a:t>
            </a:r>
          </a:p>
          <a:p>
            <a:pPr/>
            <a:r>
              <a:t>Originated from Central Asia</a:t>
            </a:r>
          </a:p>
          <a:p>
            <a:pPr/>
            <a:r>
              <a:t>Influence on Indian culture, architecture, and politics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Rise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Expansion under Humayun and Akbar</a:t>
            </a:r>
          </a:p>
          <a:p>
            <a:pPr/>
            <a:r>
              <a:t>Establishment of a strong administrative system</a:t>
            </a:r>
          </a:p>
          <a:p>
            <a:pPr/>
            <a:r>
              <a:t>Development of art, literature, and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Mughal Empire at its Peak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Reign of Shah Jahan and Aurangzeb</a:t>
            </a:r>
          </a:p>
          <a:p>
            <a:pPr/>
            <a:r>
              <a:t>Cultural achievements, including Taj Mahal</a:t>
            </a:r>
          </a:p>
          <a:p>
            <a:pPr/>
            <a:r>
              <a:t>Economic prosperity and trade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Decline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Internal conflicts and power struggles</a:t>
            </a:r>
          </a:p>
          <a:p>
            <a:pPr/>
            <a:r>
              <a:t>External invasions, including the Persian and British</a:t>
            </a:r>
          </a:p>
          <a:p>
            <a:pPr/>
            <a:r>
              <a:t>Weakening of the administrative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Lasting impact on Indian culture and architecture</a:t>
            </a:r>
          </a:p>
          <a:p>
            <a:pPr/>
            <a:r>
              <a:t>Influence on modern-day politics and society</a:t>
            </a:r>
          </a:p>
          <a:p>
            <a:pPr/>
            <a:r>
              <a:t>Preservation of Mughal heritage sites and monuments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